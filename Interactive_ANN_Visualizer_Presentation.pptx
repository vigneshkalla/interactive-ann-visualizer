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827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ANN Visualizer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+ Streamlit + Agentic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Educational Tool for Visualizing Neural Network Learning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79"/>
            <a:ext cx="3636405" cy="61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3085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🎯 What It Does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SzPct val="100000"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Visualizes how ANNs learn through decision boundaries</a:t>
            </a:r>
            <a:endParaRPr lang="en-US" sz="1800" dirty="0"/>
          </a:p>
          <a:p>
            <a:pPr>
              <a:buSzPct val="100000"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Shows 4-stage evolution (0%, 25%, 75%, 100</a:t>
            </a: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%)</a:t>
            </a:r>
            <a:endParaRPr lang="en-US" sz="1800" dirty="0" smtClean="0"/>
          </a:p>
          <a:p>
            <a:pPr>
              <a:buSzPct val="100000"/>
            </a:pP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Tracks training / test loss for overfitting detection</a:t>
            </a:r>
            <a:endParaRPr lang="en-US" sz="1800" dirty="0" smtClean="0"/>
          </a:p>
          <a:p>
            <a:pPr>
              <a:buSzPct val="100000"/>
            </a:pP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chatbot explains model behavior contextually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3144" y="1097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🏗️ Tech Stack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SzPct val="100000"/>
            </a:pP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- Neural network </a:t>
            </a: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framework</a:t>
            </a:r>
            <a:endParaRPr lang="en-US" sz="1800" dirty="0" smtClean="0"/>
          </a:p>
          <a:p>
            <a:pPr>
              <a:buSzPct val="100000"/>
            </a:pP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Streamlit - Web interface</a:t>
            </a:r>
            <a:endParaRPr lang="en-US" sz="1800" dirty="0" smtClean="0"/>
          </a:p>
          <a:p>
            <a:pPr>
              <a:buSzPct val="100000"/>
            </a:pP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Gemini AI - Intelligent assistant</a:t>
            </a:r>
            <a:endParaRPr lang="en-US" sz="1800" dirty="0" smtClean="0"/>
          </a:p>
          <a:p>
            <a:pPr>
              <a:buSzPct val="100000"/>
            </a:pPr>
            <a:r>
              <a:rPr lang="en-US" sz="14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</a:t>
            </a: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Matplotlib - Visualization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7788" y="3628532"/>
            <a:ext cx="2125526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47788" y="3628532"/>
            <a:ext cx="2125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Included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409318" y="3628532"/>
            <a:ext cx="2208033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409317" y="3628532"/>
            <a:ext cx="220803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952682" y="3628532"/>
            <a:ext cx="2204249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9131" y="3628532"/>
            <a:ext cx="1695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 Datasets </a:t>
            </a: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UI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325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444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PyTorch ANN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325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40233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loop with snapshots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40233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datasets.py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2677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generators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40233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visualizer.py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30906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boundary plots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971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40233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chatbot.py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30906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Gemini AI assistant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971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Shape 4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Box 30"/>
          <p:cNvSpPr txBox="1"/>
          <p:nvPr/>
        </p:nvSpPr>
        <p:spPr>
          <a:xfrm>
            <a:off x="1576378" y="4023693"/>
            <a:ext cx="6095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Production-grade educational software designed for learning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 Options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Predefined: Moons, Circles, XOR,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Custom: Configure samples, classes, noise, imbalance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Flexible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layers (0-20) and neurons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activations: ReLU, Sigmoid, Tanh, Linear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L1/L2 regularization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Training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epoch snapshots (0%, 25%, 75%, 100%)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Train/test split with stratification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tracking for overfitting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74320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AI Assistant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3246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Context-aware explanations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Automatic training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Code-level insights on demand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 dataset &amp; architecture in sidebar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554480"/>
            <a:ext cx="6400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 dataset visualization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1554480"/>
            <a:ext cx="6400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7607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button to start training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2×2 decision boundary grid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291840"/>
            <a:ext cx="6400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74720" y="3017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01752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loss curves &amp; metrics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3291840"/>
            <a:ext cx="6400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17920" y="3017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76072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 contextual explanations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93616"/>
            <a:ext cx="4544750" cy="5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Examples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Evolution (2×2 Grid)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0 (0%)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initialization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474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25 (25%)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learning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3474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75 (75%)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Refined boundaries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3474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100 (100%)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trained 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Loss Curves showing training vs test performance</a:t>
            </a:r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4336"/>
            <a:ext cx="8229600" cy="829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Agentic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99" y="974956"/>
            <a:ext cx="8305295" cy="351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Powered by Google Gemini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29206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04742"/>
            <a:ext cx="2444657" cy="399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Agentic?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19963" y="2054674"/>
            <a:ext cx="6435316" cy="1968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 smtClean="0">
              <a:solidFill>
                <a:srgbClr val="334155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 marL="0" indent="0">
              <a:buNone/>
            </a:pPr>
            <a:r>
              <a:rPr lang="en-US" sz="1400" b="1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</a:t>
            </a:r>
            <a:r>
              <a:rPr lang="en-US" sz="14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</a:t>
            </a:r>
            <a:r>
              <a:rPr lang="en-US" sz="1400" b="1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</a:t>
            </a:r>
          </a:p>
          <a:p>
            <a:pPr marL="0" indent="0">
              <a:buNone/>
            </a:pPr>
            <a:endParaRPr lang="en-US" sz="1400" dirty="0" smtClean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configuration (type, samples, noise)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(layers, neurons, activation)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parameters (epochs, learning rate, regularization)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history and metrics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Intelligent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Detects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overfitting/underfitting automatically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Suggests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specific configuration improvements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Explains </a:t>
            </a: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'why' behind observed behavior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721184" cy="4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11619"/>
            <a:ext cx="8229600" cy="623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What </a:t>
            </a: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Learn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0848" y="1647132"/>
            <a:ext cx="7323072" cy="274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Impact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Linear models fail on XOR (need non-linearity)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Hidden layers enable complex patterns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 Dynamics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Reading loss curves (overfitting vs underfitting)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Impact of learning rate on convergence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Regularization Effects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L1 creates sparsity (feature selection)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L2 prevents overfitting (smaller weights)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 Understanding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How decision boundaries evolve during training</a:t>
            </a:r>
            <a:endParaRPr lang="en-US" sz="1400" dirty="0"/>
          </a:p>
          <a:p>
            <a:pPr marL="342900" lvl="1">
              <a:buSzPct val="100000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What 'learning' looks like geometrically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layer construction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Flexible activation functions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L1/L2 regularization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Parameter counting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097280"/>
            <a:ext cx="73152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</a:t>
            </a:r>
            <a:r>
              <a:rPr lang="en-US" sz="11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ptimizer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/ test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(80/20)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Epoch snapshots at key stages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2D grid-based boundaries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Matplotlib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4-stage snapshot grid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loss curves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40233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834640"/>
            <a:ext cx="73152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state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Responsive sidebar config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 interface with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Footer with suggestions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torch streamlit numpy matplotlib scikit-learn google-generativeai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First Experiment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Dataset: Select 'moons'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Hidden Layers: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Neurons: 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4. Activation: relu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 Epochs: 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 Click 'Train Model' and watch!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Met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specifications from project fulfilled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1214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designed specifically for learning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417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</a:t>
            </a:r>
            <a:r>
              <a:rPr lang="en-US" sz="1000" dirty="0" smtClean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tructure </a:t>
            </a: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documentation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7673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complex setup, runs immediately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7673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Modular design for adding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7220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Documented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7673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documentation levels provided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ANN Visualizer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1089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Complete implementation delivered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All bugs fixed and features added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Comprehensive documentation provided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Ready for immediate use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641</Words>
  <Application>Microsoft Office PowerPoint</Application>
  <PresentationFormat>On-screen Show (16:9)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ANN Visualizer - Complete Project Presentation</dc:title>
  <dc:subject>PptxGenJS Presentation</dc:subject>
  <dc:creator>ANN Visualizer Project</dc:creator>
  <cp:lastModifiedBy>Admin</cp:lastModifiedBy>
  <cp:revision>5</cp:revision>
  <dcterms:created xsi:type="dcterms:W3CDTF">2026-02-08T08:37:37Z</dcterms:created>
  <dcterms:modified xsi:type="dcterms:W3CDTF">2026-02-08T09:18:18Z</dcterms:modified>
</cp:coreProperties>
</file>